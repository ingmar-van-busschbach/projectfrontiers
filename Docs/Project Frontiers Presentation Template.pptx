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29"/>
  </p:notesMasterIdLst>
  <p:handoutMasterIdLst>
    <p:handoutMasterId r:id="rId30"/>
  </p:handoutMasterIdLst>
  <p:sldIdLst>
    <p:sldId id="436" r:id="rId5"/>
    <p:sldId id="438" r:id="rId6"/>
    <p:sldId id="447" r:id="rId7"/>
    <p:sldId id="448" r:id="rId8"/>
    <p:sldId id="449" r:id="rId9"/>
    <p:sldId id="450" r:id="rId10"/>
    <p:sldId id="462" r:id="rId11"/>
    <p:sldId id="437" r:id="rId12"/>
    <p:sldId id="451" r:id="rId13"/>
    <p:sldId id="439" r:id="rId14"/>
    <p:sldId id="458" r:id="rId15"/>
    <p:sldId id="459" r:id="rId16"/>
    <p:sldId id="452" r:id="rId17"/>
    <p:sldId id="455" r:id="rId18"/>
    <p:sldId id="457" r:id="rId19"/>
    <p:sldId id="453" r:id="rId20"/>
    <p:sldId id="442" r:id="rId21"/>
    <p:sldId id="456" r:id="rId22"/>
    <p:sldId id="454" r:id="rId23"/>
    <p:sldId id="460" r:id="rId24"/>
    <p:sldId id="461" r:id="rId25"/>
    <p:sldId id="463" r:id="rId26"/>
    <p:sldId id="464" r:id="rId27"/>
    <p:sldId id="435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8187"/>
    <a:srgbClr val="0C40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7BEC23-3FB4-4A9E-8EF6-08C251343B04}" v="28" dt="2026-01-15T15:07:20.103"/>
    <p1510:client id="{8A7BBB8A-8423-4EEE-A1F3-B8549C7C4C8A}" v="17" dt="2026-01-15T15:07:42.055"/>
  </p1510:revLst>
</p1510:revInfo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25" autoAdjust="0"/>
    <p:restoredTop sz="95394" autoAdjust="0"/>
  </p:normalViewPr>
  <p:slideViewPr>
    <p:cSldViewPr snapToGrid="0">
      <p:cViewPr varScale="1">
        <p:scale>
          <a:sx n="52" d="100"/>
          <a:sy n="52" d="100"/>
        </p:scale>
        <p:origin x="56" y="404"/>
      </p:cViewPr>
      <p:guideLst/>
    </p:cSldViewPr>
  </p:slideViewPr>
  <p:outlineViewPr>
    <p:cViewPr>
      <p:scale>
        <a:sx n="33" d="100"/>
        <a:sy n="33" d="100"/>
      </p:scale>
      <p:origin x="0" y="-1714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717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4D2272-D660-A337-AEF3-BE066BD5453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FE5A70-71C2-F335-270C-B94537340C5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C5A369-CA0E-4FC6-90EE-5FA969A08EF8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1E1B03-0F86-16E7-11BE-81F9F4CD66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4524B8-3914-99B2-2620-0F2A88D335A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210F9-8331-407C-A034-F95DCB303E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0058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4AB06A-EEDC-421C-B5A0-5E9E5241A8E5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F9438-3EEF-4192-9815-F6F44770AE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2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047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9570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A0538-7067-CB43-8ABF-00BD3CED5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92EFBA-2E41-DEB1-91CE-C475905178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0DC30A-F954-24E6-0E73-202BEF723D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6E1B8-55C8-8B25-BD82-282FDCD92E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3319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7B62D-0421-691B-7887-83D9F734B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22B578-F10A-4572-C235-2E849F3D29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FEBC5E-6268-DBFE-9DE3-066E3BBB1A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BF71BF-070C-53DE-A997-F63BE16421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9902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ABD4D-C1FF-707B-4A84-67718D3AA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BB0553-0085-C5D0-F148-D573DB9060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709DCB-4964-A72C-EA98-ACBEF8FD51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C42BDA-060B-4F4C-30D3-5DDC9966A1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5134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CD300-7905-E9DC-0D1E-AB0D2133C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6493B6-95DF-465F-4264-BD560F33DB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F9A9DD-27AA-6B0A-160C-05E8D3791F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BE2E35-EE12-56F9-1D4E-5E64DE1B4A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711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32BA5-1850-1A18-A088-67742C361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75C1CA-D012-207C-9050-8EEAC4F033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569453-E8CC-3E8C-D9E3-D565D7C686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D30E3B-00D5-74E8-4AEF-AFD9160D9D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6620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6300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2BEEA-3774-29DA-3083-060D09823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5D0520-DF0C-55B2-CE3E-A0D2A1A227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8B1680-4C45-E0ED-BF78-75CF93E89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A3B23F-F708-2771-6CED-A72DCDA1A3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1598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98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8977F-C4F4-0AF7-7618-967EBFB3F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37C956-2A0E-9F39-42B3-3BF5EF5179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2ED4AB-3203-E9DB-6683-99DDEA6842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873B2-583E-324A-BE78-DEE6C17AFE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8737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DD047-4B61-0E15-1F4F-6C2AEF991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1AEC57-7AA5-E545-5B8A-D4629E5115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2EFAFA-6607-75B0-E4E1-E732B0B7CF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E6830F-DEDB-3A8A-D756-2D5ED23323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6851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509A8-4900-3D32-C7A1-801A8C48E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A77EF3-8856-1C2B-5933-F5E8E7BB9A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C578AD-0681-7787-681C-D255C77BAE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3A210F-FBD3-58EF-6992-1F6C3F5051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5206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5DD54-9FF9-9D84-F996-8EE819FC0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077900-61C2-4DE3-756F-A397386847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EB2774-677A-7660-7220-F2D3A94F64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EE8C4A-05DF-B6FD-2E6A-49EB90DA8B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5976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4FF19-DA56-E681-5F08-76124C558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AAAA0C-00B2-32C2-0D10-2C01D8D605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C19D2A-EFBF-CC83-3A4A-CA57184C4D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877F81-E302-2ADC-2392-A0361C738B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4283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F4B61-0128-AE44-F2DA-CC68D119F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15D867-3616-F8FC-D0B9-85541C153F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9BD577-0D36-696A-F470-3DF76E99D5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3D58FF-1BC7-A505-2BC4-BB6A57C4F6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6063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0027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0D399-CF80-1A51-C090-319B4C2CB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52C662-070C-8FA9-38F5-ED8A6FCBBA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F69337-42F7-9A92-CE50-BF0B91FFFF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43A55F-0ACD-29E4-5BE2-1DBE0E6F4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9991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BDDEE-AAA1-89B2-7F34-AABE12679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42FC38-8F19-45E2-FDA9-F766E502CA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AAD169-2B8A-8454-23A5-8138BF224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9D5716-8DF8-DB0C-EB3D-43DD1F4692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23841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2467E-718C-FBC8-1BF8-DD10C8ABE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65303A-AA5C-5F32-CEF2-3FB302EEA6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1D0AD8-583E-7BFE-8BC7-2CB50FF14F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D9E22-6277-E7FD-D982-95225714B3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6130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C589F-982B-E2CD-B2BA-FBCFE9FC1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ACE210-879A-1B6F-A8FB-DB069C8727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108EDD-D9E4-D98D-9502-217E43435D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095361-AE6B-9B5F-C85D-16CC781A85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0712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7E17E-D264-9807-97F9-0757D22E6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DA438B-DA09-943C-EFA6-E60B1E23BE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04D212-54F7-8F74-698A-C3763D6CCE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0CAF51-1F2C-5855-0668-B36CF63F34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292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EC5CF-EDCD-9720-BE67-1FAAB5783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11D8C3-6138-7FF3-BB8A-F3C77FE45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64E4C3-DBEA-014B-580E-D53EC9AA8C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E09D1-FFB9-1DF0-61D6-B00D46F8E6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07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469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D9960-406F-4187-A0E6-BD19C6840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326" y="919716"/>
            <a:ext cx="8504275" cy="3551275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27E7FE-647D-4B2F-BA13-AB3ED4C5C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9326" y="4795284"/>
            <a:ext cx="8504275" cy="1084522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16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EF785-E0A7-4496-A5BA-49B0156F26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64706" y="6433202"/>
            <a:ext cx="2426446" cy="36784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2C627-38A1-4A14-8822-D8D33751C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BE346-5F34-48CD-8928-DA8567AED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3203"/>
            <a:ext cx="702781" cy="367842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36382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9839C-7D7A-49F1-8BFE-85C6C7D78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590668"/>
            <a:ext cx="9914859" cy="132900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748DC-EBB9-44C6-8566-38F87FF7F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919673"/>
            <a:ext cx="9914860" cy="412331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42198-F50F-4C8A-9BD9-4CC3950F8F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23285" y="6434524"/>
            <a:ext cx="2067867" cy="3651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2F5AB-D8C6-4AE1-8FAE-CD0499CB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36" y="6437376"/>
            <a:ext cx="3775914" cy="365125"/>
          </a:xfrm>
        </p:spPr>
        <p:txBody>
          <a:bodyPr/>
          <a:lstStyle>
            <a:lvl1pPr algn="l">
              <a:defRPr>
                <a:solidFill>
                  <a:schemeClr val="accent2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C58D8-B582-4DB3-A94D-056240199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4524"/>
            <a:ext cx="69326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93947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8A94B-011C-4B13-8C12-E91BF7A40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320800"/>
            <a:ext cx="9144000" cy="3095813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6D5F3-887C-4A8F-842A-0294A9FB0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3999" y="4589463"/>
            <a:ext cx="914400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4588B-131A-42F3-B76C-62BD65E48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1AB28-20BD-4CD8-9840-985C3EDBA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3C85C-3801-46F0-A100-616F5F2F8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18702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5CB06-0454-4BF1-8011-F8B1A9595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20A70-D33B-4461-B74C-3F59ADB161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08813" y="2163725"/>
            <a:ext cx="4610986" cy="4013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1BDF9-836E-431C-8EFA-417A9BEE9F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260" y="2163725"/>
            <a:ext cx="4853763" cy="40132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D9F59-B591-4E2F-899E-3CA78CE82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CFD12-B3EC-432C-B264-8AB571CAA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3CBBA-71B3-4857-80E7-525E89FD9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90508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1886-4F39-4E3E-948D-DBC73F267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C7B2A-B6BE-46FD-9278-A5246BF7E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85295-E4B5-4D75-954F-B07A2F4CA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35623"/>
            <a:ext cx="5157787" cy="35540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87ABF0-C78D-4589-8FA5-0D6238B4B0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6A4064-2E0A-4FC3-837B-14EC0EF3A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35623"/>
            <a:ext cx="5183188" cy="355404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E3C169-8D29-4CC4-9581-748178F3C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4EC709-AAD9-475C-AC6A-943A8E872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0C0E3E-587D-46EB-AAF5-011C137B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10973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3E062-B7F5-4D30-B416-1BBB4A7D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DFF7A-EBD3-4FEB-8451-5D735506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F54A2D-2C4B-4E1D-AC16-E3B1F1DDB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11F373-DB96-4AEA-8E3E-7EDEA213D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97710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2485D4-41D3-4182-8DFE-2E0713EC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53C5C-8415-4BF0-810D-A4C22F69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EBFEA-4321-48C4-9CA1-43517540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42744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9F8C-8071-4BE5-AD6F-C98F481D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135B3-14BA-4A88-B6B3-88B77B1C6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7C3A4D-5B69-44B4-B17F-770E83F00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1C41D-2A59-4512-8034-6DB705787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85C494-778C-4EE6-9402-242E1CDD9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677B9-C338-4033-9AFE-B8B81C5D8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3924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B77DE-4C2E-476F-A419-57470FB66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9FD1A0-93AE-469A-ADDF-2453B64CAA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19C9C-EF97-4910-9419-6D7202609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A87172-A64E-4C38-82ED-2A7050B0F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C3E24-28E2-4512-BEA0-DAEC5E846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04F0D-DA84-434D-B136-BEE9FD80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65268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B05F0-2B44-47BC-86B3-58E2C7080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5B5DA-7628-4AC1-8EAE-5010C2A98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4E7C3-7830-49F3-9F45-4B2F2B4CA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5E328-AD12-449C-BE6E-76DF005E8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F374F-390D-49D8-A7C8-5BEFA3532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85615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50F530-2925-4F98-89EC-95C2EC4769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A79366-3281-483D-8731-0D01B2B24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ED8B2-BE7F-4417-8A8A-A95C8BB70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A0D96-671F-4A85-89C6-946624CB1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BA434-2E32-4719-B45C-0490D6852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11012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5040DA2-B75D-1B49-51F9-967501F7F6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4876" y="887638"/>
            <a:ext cx="10202248" cy="5094496"/>
          </a:xfrm>
        </p:spPr>
        <p:txBody>
          <a:bodyPr/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93BDAB-CB06-403B-00FD-9D1C2812A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0939" y="2990938"/>
            <a:ext cx="6855801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FB1FDB-9C8A-890A-5051-8D49E105F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104"/>
            <a:ext cx="12192000" cy="8739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eeform 21">
            <a:extLst>
              <a:ext uri="{FF2B5EF4-FFF2-40B4-BE49-F238E27FC236}">
                <a16:creationId xmlns:a16="http://schemas.microsoft.com/office/drawing/2014/main" id="{46056E81-9CB5-42E9-6689-B711F575C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981493" y="0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 22">
            <a:extLst>
              <a:ext uri="{FF2B5EF4-FFF2-40B4-BE49-F238E27FC236}">
                <a16:creationId xmlns:a16="http://schemas.microsoft.com/office/drawing/2014/main" id="{3D075254-6FC4-6738-BBBE-1BACB99E4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8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2028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b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5BA2562-20F9-9DC8-81EB-6ED26B24D7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099"/>
            <a:ext cx="12192000" cy="8739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 25">
            <a:extLst>
              <a:ext uri="{FF2B5EF4-FFF2-40B4-BE49-F238E27FC236}">
                <a16:creationId xmlns:a16="http://schemas.microsoft.com/office/drawing/2014/main" id="{369E878B-C75C-98DC-B694-2C40507C4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91644" y="3657675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Freeform 27">
            <a:extLst>
              <a:ext uri="{FF2B5EF4-FFF2-40B4-BE49-F238E27FC236}">
                <a16:creationId xmlns:a16="http://schemas.microsoft.com/office/drawing/2014/main" id="{DC03A063-67E0-718E-206C-6C807C200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5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30">
            <a:extLst>
              <a:ext uri="{FF2B5EF4-FFF2-40B4-BE49-F238E27FC236}">
                <a16:creationId xmlns:a16="http://schemas.microsoft.com/office/drawing/2014/main" id="{6D86FEEF-2721-A616-B636-7C6F8B1B5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-433923" y="5546250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4AC20A76-77DC-62F7-C0E5-66C03853B3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9" y="1478396"/>
            <a:ext cx="3710355" cy="3445297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CF99A149-DEF4-9E0F-D0DE-E859DB6CA53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60465" y="1477963"/>
            <a:ext cx="5536135" cy="3446462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2458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Tit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9">
            <a:extLst>
              <a:ext uri="{FF2B5EF4-FFF2-40B4-BE49-F238E27FC236}">
                <a16:creationId xmlns:a16="http://schemas.microsoft.com/office/drawing/2014/main" id="{A18D9F31-445F-F144-A393-66C1BDE80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4570022" y="3390898"/>
            <a:ext cx="3354778" cy="3467100"/>
          </a:xfrm>
          <a:custGeom>
            <a:avLst/>
            <a:gdLst>
              <a:gd name="connsiteX0" fmla="*/ 0 w 2353172"/>
              <a:gd name="connsiteY0" fmla="*/ 0 h 2431959"/>
              <a:gd name="connsiteX1" fmla="*/ 2353172 w 2353172"/>
              <a:gd name="connsiteY1" fmla="*/ 0 h 2431959"/>
              <a:gd name="connsiteX2" fmla="*/ 2353172 w 2353172"/>
              <a:gd name="connsiteY2" fmla="*/ 2431959 h 2431959"/>
              <a:gd name="connsiteX3" fmla="*/ 2352312 w 2353172"/>
              <a:gd name="connsiteY3" fmla="*/ 2431959 h 2431959"/>
              <a:gd name="connsiteX4" fmla="*/ 2340504 w 2353172"/>
              <a:gd name="connsiteY4" fmla="*/ 2198113 h 2431959"/>
              <a:gd name="connsiteX5" fmla="*/ 134816 w 2353172"/>
              <a:gd name="connsiteY5" fmla="*/ 6383 h 2431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3172" h="2431959">
                <a:moveTo>
                  <a:pt x="0" y="0"/>
                </a:moveTo>
                <a:lnTo>
                  <a:pt x="2353172" y="0"/>
                </a:lnTo>
                <a:lnTo>
                  <a:pt x="2353172" y="2431959"/>
                </a:lnTo>
                <a:lnTo>
                  <a:pt x="2352312" y="2431959"/>
                </a:lnTo>
                <a:lnTo>
                  <a:pt x="2340504" y="2198113"/>
                </a:lnTo>
                <a:cubicBezTo>
                  <a:pt x="2222700" y="1038123"/>
                  <a:pt x="1296917" y="116993"/>
                  <a:pt x="134816" y="6383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4">
            <a:extLst>
              <a:ext uri="{FF2B5EF4-FFF2-40B4-BE49-F238E27FC236}">
                <a16:creationId xmlns:a16="http://schemas.microsoft.com/office/drawing/2014/main" id="{24F2F994-08EA-D901-82B7-02E175B2F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0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63EE949-1BE5-CFA7-69CC-5235FFE07F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8" y="1415562"/>
            <a:ext cx="5750171" cy="4009292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Picture Placeholder 18">
            <a:extLst>
              <a:ext uri="{FF2B5EF4-FFF2-40B4-BE49-F238E27FC236}">
                <a16:creationId xmlns:a16="http://schemas.microsoft.com/office/drawing/2014/main" id="{A2B2C17F-12DD-A683-5602-F16A1C9647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77908" y="1"/>
            <a:ext cx="4314092" cy="6858000"/>
          </a:xfrm>
          <a:custGeom>
            <a:avLst/>
            <a:gdLst>
              <a:gd name="connsiteX0" fmla="*/ 3466352 w 4267200"/>
              <a:gd name="connsiteY0" fmla="*/ 0 h 6858000"/>
              <a:gd name="connsiteX1" fmla="*/ 4267200 w 4267200"/>
              <a:gd name="connsiteY1" fmla="*/ 0 h 6858000"/>
              <a:gd name="connsiteX2" fmla="*/ 4267200 w 4267200"/>
              <a:gd name="connsiteY2" fmla="*/ 6858000 h 6858000"/>
              <a:gd name="connsiteX3" fmla="*/ 0 w 4267200"/>
              <a:gd name="connsiteY3" fmla="*/ 6858000 h 6858000"/>
              <a:gd name="connsiteX4" fmla="*/ 0 w 4267200"/>
              <a:gd name="connsiteY4" fmla="*/ 3338980 h 6858000"/>
              <a:gd name="connsiteX5" fmla="*/ 8352 w 4267200"/>
              <a:gd name="connsiteY5" fmla="*/ 3162578 h 6858000"/>
              <a:gd name="connsiteX6" fmla="*/ 3132972 w 4267200"/>
              <a:gd name="connsiteY6" fmla="*/ 18059 h 6858000"/>
              <a:gd name="connsiteX7" fmla="*/ 3466352 w 4267200"/>
              <a:gd name="connsiteY7" fmla="*/ 122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67200" h="6858000">
                <a:moveTo>
                  <a:pt x="3466352" y="0"/>
                </a:moveTo>
                <a:lnTo>
                  <a:pt x="4267200" y="0"/>
                </a:lnTo>
                <a:lnTo>
                  <a:pt x="4267200" y="6858000"/>
                </a:lnTo>
                <a:lnTo>
                  <a:pt x="0" y="6858000"/>
                </a:lnTo>
                <a:lnTo>
                  <a:pt x="0" y="3338980"/>
                </a:lnTo>
                <a:lnTo>
                  <a:pt x="8352" y="3162578"/>
                </a:lnTo>
                <a:cubicBezTo>
                  <a:pt x="166042" y="1505839"/>
                  <a:pt x="1479242" y="186005"/>
                  <a:pt x="3132972" y="18059"/>
                </a:cubicBezTo>
                <a:lnTo>
                  <a:pt x="3466352" y="1225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</p:spPr>
        <p:txBody>
          <a:bodyPr wrap="square" lIns="1463040" tIns="822960" rIns="1463040" anchor="t" anchorCtr="0">
            <a:noAutofit/>
          </a:bodyPr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4469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Content and Ima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9D789-F69C-8306-0C19-DF73E69167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6415" y="360485"/>
            <a:ext cx="5032725" cy="3284203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2003524-9DE3-1117-2E91-80A1CB96DE3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4308475" cy="6858000"/>
          </a:xfrm>
          <a:custGeom>
            <a:avLst/>
            <a:gdLst>
              <a:gd name="connsiteX0" fmla="*/ 0 w 4308475"/>
              <a:gd name="connsiteY0" fmla="*/ 0 h 6858000"/>
              <a:gd name="connsiteX1" fmla="*/ 4308475 w 4308475"/>
              <a:gd name="connsiteY1" fmla="*/ 0 h 6858000"/>
              <a:gd name="connsiteX2" fmla="*/ 4308475 w 4308475"/>
              <a:gd name="connsiteY2" fmla="*/ 3390898 h 6858000"/>
              <a:gd name="connsiteX3" fmla="*/ 4307536 w 4308475"/>
              <a:gd name="connsiteY3" fmla="*/ 3390898 h 6858000"/>
              <a:gd name="connsiteX4" fmla="*/ 4290702 w 4308475"/>
              <a:gd name="connsiteY4" fmla="*/ 3724279 h 6858000"/>
              <a:gd name="connsiteX5" fmla="*/ 1146183 w 4308475"/>
              <a:gd name="connsiteY5" fmla="*/ 6848898 h 6858000"/>
              <a:gd name="connsiteX6" fmla="*/ 953984 w 4308475"/>
              <a:gd name="connsiteY6" fmla="*/ 6857998 h 6858000"/>
              <a:gd name="connsiteX7" fmla="*/ 4308475 w 4308475"/>
              <a:gd name="connsiteY7" fmla="*/ 6857998 h 6858000"/>
              <a:gd name="connsiteX8" fmla="*/ 4308475 w 4308475"/>
              <a:gd name="connsiteY8" fmla="*/ 6858000 h 6858000"/>
              <a:gd name="connsiteX9" fmla="*/ 0 w 4308475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8475" h="6858000">
                <a:moveTo>
                  <a:pt x="0" y="0"/>
                </a:moveTo>
                <a:lnTo>
                  <a:pt x="4308475" y="0"/>
                </a:lnTo>
                <a:lnTo>
                  <a:pt x="4308475" y="3390898"/>
                </a:lnTo>
                <a:lnTo>
                  <a:pt x="4307536" y="3390898"/>
                </a:lnTo>
                <a:lnTo>
                  <a:pt x="4290702" y="3724279"/>
                </a:lnTo>
                <a:cubicBezTo>
                  <a:pt x="4122756" y="5378008"/>
                  <a:pt x="2802922" y="6691208"/>
                  <a:pt x="1146183" y="6848898"/>
                </a:cubicBezTo>
                <a:lnTo>
                  <a:pt x="953984" y="6857998"/>
                </a:lnTo>
                <a:lnTo>
                  <a:pt x="4308475" y="6857998"/>
                </a:lnTo>
                <a:lnTo>
                  <a:pt x="430847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E5C55B8-DD4C-A859-38F5-CC8FE0920B8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676306" y="3846391"/>
            <a:ext cx="5032725" cy="213671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 marL="457200" indent="0">
              <a:buNone/>
              <a:defRPr sz="1600">
                <a:solidFill>
                  <a:schemeClr val="bg2"/>
                </a:solidFill>
              </a:defRPr>
            </a:lvl2pPr>
            <a:lvl3pPr marL="914400" indent="0">
              <a:buNone/>
              <a:defRPr sz="1400">
                <a:solidFill>
                  <a:schemeClr val="bg2"/>
                </a:solidFill>
              </a:defRPr>
            </a:lvl3pPr>
            <a:lvl4pPr marL="1371600" indent="0">
              <a:buNone/>
              <a:defRPr sz="1200">
                <a:solidFill>
                  <a:schemeClr val="bg2"/>
                </a:solidFill>
              </a:defRPr>
            </a:lvl4pPr>
            <a:lvl5pPr marL="1828800" indent="0">
              <a:buNone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6DC123BA-30A1-50DE-FC24-33C67A8FA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4308762" y="3390898"/>
            <a:ext cx="3354778" cy="3467100"/>
          </a:xfrm>
          <a:custGeom>
            <a:avLst/>
            <a:gdLst>
              <a:gd name="connsiteX0" fmla="*/ 0 w 2353172"/>
              <a:gd name="connsiteY0" fmla="*/ 0 h 2431959"/>
              <a:gd name="connsiteX1" fmla="*/ 2353172 w 2353172"/>
              <a:gd name="connsiteY1" fmla="*/ 0 h 2431959"/>
              <a:gd name="connsiteX2" fmla="*/ 2353172 w 2353172"/>
              <a:gd name="connsiteY2" fmla="*/ 2431959 h 2431959"/>
              <a:gd name="connsiteX3" fmla="*/ 2352312 w 2353172"/>
              <a:gd name="connsiteY3" fmla="*/ 2431959 h 2431959"/>
              <a:gd name="connsiteX4" fmla="*/ 2340504 w 2353172"/>
              <a:gd name="connsiteY4" fmla="*/ 2198113 h 2431959"/>
              <a:gd name="connsiteX5" fmla="*/ 134816 w 2353172"/>
              <a:gd name="connsiteY5" fmla="*/ 6383 h 2431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3172" h="2431959">
                <a:moveTo>
                  <a:pt x="0" y="0"/>
                </a:moveTo>
                <a:lnTo>
                  <a:pt x="2353172" y="0"/>
                </a:lnTo>
                <a:lnTo>
                  <a:pt x="2353172" y="2431959"/>
                </a:lnTo>
                <a:lnTo>
                  <a:pt x="2352312" y="2431959"/>
                </a:lnTo>
                <a:lnTo>
                  <a:pt x="2340504" y="2198113"/>
                </a:lnTo>
                <a:cubicBezTo>
                  <a:pt x="2222700" y="1038123"/>
                  <a:pt x="1296917" y="116993"/>
                  <a:pt x="134816" y="6383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8185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3FFEEC7-A0A7-27CB-3F2D-796281DCDC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104"/>
            <a:ext cx="12192000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 20">
            <a:extLst>
              <a:ext uri="{FF2B5EF4-FFF2-40B4-BE49-F238E27FC236}">
                <a16:creationId xmlns:a16="http://schemas.microsoft.com/office/drawing/2014/main" id="{2DCCFF86-2471-421E-E5FF-E38943252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0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21">
            <a:extLst>
              <a:ext uri="{FF2B5EF4-FFF2-40B4-BE49-F238E27FC236}">
                <a16:creationId xmlns:a16="http://schemas.microsoft.com/office/drawing/2014/main" id="{8300B484-623C-071D-E849-138F76141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-433923" y="5546255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99A6249F-0E28-0ABF-FE63-7ECC0E1062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805" y="344399"/>
            <a:ext cx="9599008" cy="1729547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CCC29225-33B5-6D19-F0BA-DE3F864F640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370867" y="2274034"/>
            <a:ext cx="4643438" cy="329863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20">
            <a:extLst>
              <a:ext uri="{FF2B5EF4-FFF2-40B4-BE49-F238E27FC236}">
                <a16:creationId xmlns:a16="http://schemas.microsoft.com/office/drawing/2014/main" id="{FB67020D-DF60-17C1-8DEC-EDECF653540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18375" y="2274034"/>
            <a:ext cx="4643438" cy="329863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5812651-A64E-FA0C-7D84-B20BA7C67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104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ing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181407F-D7F6-56CB-135C-01868BC191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7" y="1088211"/>
            <a:ext cx="4602483" cy="4896019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517585-E867-BB06-B195-272DA0FD4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8"/>
            <a:ext cx="12192000" cy="8739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2D9EBD-88FB-A2C3-7EC2-46DD7B532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0939" y="2990938"/>
            <a:ext cx="6855801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CB417425-9078-B6E8-97F7-BAA1536BA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8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D7F56B38-71B8-A745-8D9C-BBEA278F3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905999" y="4572027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5E5C644-63C0-D8A4-7EF1-1681AFB1F4D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24599" y="1088210"/>
            <a:ext cx="4373564" cy="4894894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 b="1">
                <a:solidFill>
                  <a:schemeClr val="bg2"/>
                </a:solidFill>
              </a:defRPr>
            </a:lvl1pPr>
            <a:lvl2pPr marL="457200" indent="0"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bg2"/>
                </a:solidFill>
              </a:defRPr>
            </a:lvl2pPr>
            <a:lvl3pPr marL="914400" indent="0">
              <a:spcBef>
                <a:spcPts val="0"/>
              </a:spcBef>
              <a:spcAft>
                <a:spcPts val="600"/>
              </a:spcAft>
              <a:buNone/>
              <a:defRPr sz="1400" b="1">
                <a:solidFill>
                  <a:schemeClr val="bg2"/>
                </a:solidFill>
              </a:defRPr>
            </a:lvl3pPr>
            <a:lvl4pPr marL="1371600" indent="0">
              <a:spcBef>
                <a:spcPts val="0"/>
              </a:spcBef>
              <a:spcAft>
                <a:spcPts val="600"/>
              </a:spcAft>
              <a:buNone/>
              <a:defRPr sz="1200" b="1">
                <a:solidFill>
                  <a:schemeClr val="bg2"/>
                </a:solidFill>
              </a:defRPr>
            </a:lvl4pPr>
            <a:lvl5pPr marL="1828800" indent="0">
              <a:spcBef>
                <a:spcPts val="0"/>
              </a:spcBef>
              <a:spcAft>
                <a:spcPts val="600"/>
              </a:spcAft>
              <a:buNone/>
              <a:defRPr sz="12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828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A08E557-10DB-421A-876E-1AE58F8E07C4}"/>
              </a:ext>
            </a:extLst>
          </p:cNvPr>
          <p:cNvSpPr/>
          <p:nvPr/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EBCA0-8609-4F35-8CA7-7AD35FDACD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spc="50" baseline="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DA9639-38D2-4CD4-A861-F6B4C6CB9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F00B1-16C1-47B3-A7A0-B71468312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F9501-5B6B-4DAF-B59D-3C129ED805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spc="50" baseline="0">
                <a:solidFill>
                  <a:srgbClr val="FFFFFF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85DBD-B7AE-41D8-8CF1-B21CD58E1B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536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30" r:id="rId16"/>
    <p:sldLayoutId id="2147483736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5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736">
          <p15:clr>
            <a:srgbClr val="F26B43"/>
          </p15:clr>
        </p15:guide>
        <p15:guide id="4" orient="horz" pos="3312">
          <p15:clr>
            <a:srgbClr val="F26B43"/>
          </p15:clr>
        </p15:guide>
        <p15:guide id="5" orient="horz" pos="432">
          <p15:clr>
            <a:srgbClr val="F26B43"/>
          </p15:clr>
        </p15:guide>
        <p15:guide id="7" pos="4416">
          <p15:clr>
            <a:srgbClr val="F26B43"/>
          </p15:clr>
        </p15:guide>
        <p15:guide id="8" pos="5568">
          <p15:clr>
            <a:srgbClr val="F26B43"/>
          </p15:clr>
        </p15:guide>
        <p15:guide id="9" pos="7296">
          <p15:clr>
            <a:srgbClr val="F26B43"/>
          </p15:clr>
        </p15:guide>
        <p15:guide id="10" pos="2688">
          <p15:clr>
            <a:srgbClr val="F26B43"/>
          </p15:clr>
        </p15:guide>
        <p15:guide id="11" pos="1536">
          <p15:clr>
            <a:srgbClr val="F26B43"/>
          </p15:clr>
        </p15:guide>
        <p15:guide id="12" pos="384">
          <p15:clr>
            <a:srgbClr val="F26B43"/>
          </p15:clr>
        </p15:guide>
        <p15:guide id="13" pos="2112">
          <p15:clr>
            <a:srgbClr val="F26B43"/>
          </p15:clr>
        </p15:guide>
        <p15:guide id="14" pos="4992">
          <p15:clr>
            <a:srgbClr val="F26B43"/>
          </p15:clr>
        </p15:guide>
        <p15:guide id="15" pos="6720">
          <p15:clr>
            <a:srgbClr val="F26B43"/>
          </p15:clr>
        </p15:guide>
        <p15:guide id="16" pos="960">
          <p15:clr>
            <a:srgbClr val="F26B43"/>
          </p15:clr>
        </p15:guide>
        <p15:guide id="17" pos="3264">
          <p15:clr>
            <a:srgbClr val="F26B43"/>
          </p15:clr>
        </p15:guide>
        <p15:guide id="18" orient="horz" pos="1008">
          <p15:clr>
            <a:srgbClr val="F26B43"/>
          </p15:clr>
        </p15:guide>
        <p15:guide id="19" orient="horz" pos="3888">
          <p15:clr>
            <a:srgbClr val="F26B43"/>
          </p15:clr>
        </p15:guide>
        <p15:guide id="20" pos="6144">
          <p15:clr>
            <a:srgbClr val="F26B43"/>
          </p15:clr>
        </p15:guide>
        <p15:guide id="21" orient="horz" pos="1584">
          <p15:clr>
            <a:srgbClr val="F26B43"/>
          </p15:clr>
        </p15:guide>
        <p15:guide id="22" pos="576">
          <p15:clr>
            <a:srgbClr val="F26B43"/>
          </p15:clr>
        </p15:guide>
        <p15:guide id="23" pos="7104">
          <p15:clr>
            <a:srgbClr val="F26B43"/>
          </p15:clr>
        </p15:guide>
        <p15:guide id="24" pos="768">
          <p15:clr>
            <a:srgbClr val="F26B43"/>
          </p15:clr>
        </p15:guide>
        <p15:guide id="25" pos="69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0D9AD-F97D-8DCF-97C2-FEE69475C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Frontiers</a:t>
            </a:r>
            <a:br>
              <a:rPr lang="en-US" dirty="0"/>
            </a:br>
            <a:r>
              <a:rPr lang="en-US" sz="3200" dirty="0"/>
              <a:t>Sprint 1</a:t>
            </a: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By: Shrimp Council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9882FA-049D-25F3-3F24-590E9D0F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048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B282789-4F8B-D647-09EB-50D8FF687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organization</a:t>
            </a:r>
          </a:p>
        </p:txBody>
      </p:sp>
      <p:pic>
        <p:nvPicPr>
          <p:cNvPr id="6" name="Picture Placeholder 4" descr="Green lights in the sky">
            <a:extLst>
              <a:ext uri="{FF2B5EF4-FFF2-40B4-BE49-F238E27FC236}">
                <a16:creationId xmlns:a16="http://schemas.microsoft.com/office/drawing/2014/main" id="{2EBC5878-1007-0F8E-3940-DE9D1D088BC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8995" r="28995"/>
          <a:stretch/>
        </p:blipFill>
        <p:spPr/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ECD88-7563-0E2D-38D6-262477CFE5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175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8F6A7-0BA1-9ED4-FFDE-2DA356E8E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9B418-04A9-EEBE-D8F9-0D299A832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481" y="1478396"/>
            <a:ext cx="3710355" cy="3445297"/>
          </a:xfrm>
        </p:spPr>
        <p:txBody>
          <a:bodyPr/>
          <a:lstStyle/>
          <a:p>
            <a:r>
              <a:rPr lang="en-US" dirty="0"/>
              <a:t>Roles of the team</a:t>
            </a:r>
            <a:br>
              <a:rPr lang="en-US" dirty="0"/>
            </a:br>
            <a:r>
              <a:rPr lang="en-US" sz="2400" dirty="0"/>
              <a:t>+responsibilities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C3F4A3-281F-32F0-BA75-736A5D64FE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2AEBEC-C8BD-875F-D8EB-4909AB20E51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01049" y="1477963"/>
            <a:ext cx="5595551" cy="3446462"/>
          </a:xfrm>
        </p:spPr>
        <p:txBody>
          <a:bodyPr/>
          <a:lstStyle/>
          <a:p>
            <a:r>
              <a:rPr lang="en-GB" dirty="0"/>
              <a:t>Team lead and product owner: Ingmar van </a:t>
            </a:r>
            <a:r>
              <a:rPr lang="en-GB" dirty="0" err="1"/>
              <a:t>Busschbach</a:t>
            </a:r>
            <a:endParaRPr lang="en-GB" dirty="0"/>
          </a:p>
          <a:p>
            <a:endParaRPr lang="en-GB" dirty="0"/>
          </a:p>
          <a:p>
            <a:r>
              <a:rPr lang="en-GB" dirty="0"/>
              <a:t>Scrum master: Evelien de Wals</a:t>
            </a:r>
          </a:p>
        </p:txBody>
      </p:sp>
    </p:spTree>
    <p:extLst>
      <p:ext uri="{BB962C8B-B14F-4D97-AF65-F5344CB8AC3E}">
        <p14:creationId xmlns:p14="http://schemas.microsoft.com/office/powerpoint/2010/main" val="1059003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F6D21-2CE8-38D4-CCF9-0BC09405C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24A03E-0219-2D25-7551-77E70567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481" y="1478396"/>
            <a:ext cx="3710355" cy="3445297"/>
          </a:xfrm>
        </p:spPr>
        <p:txBody>
          <a:bodyPr/>
          <a:lstStyle/>
          <a:p>
            <a:r>
              <a:rPr lang="en-US" dirty="0"/>
              <a:t>Designers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D7DD6D-4A07-3A61-E7C8-29EB232F3C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00748D-7B14-A762-2AEF-91F4A9309A6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/>
              <a:t>Lead Designer: Jay Ahne</a:t>
            </a:r>
          </a:p>
          <a:p>
            <a:endParaRPr lang="en-GB" dirty="0"/>
          </a:p>
          <a:p>
            <a:r>
              <a:rPr lang="en-GB" dirty="0"/>
              <a:t>Responsibilities:</a:t>
            </a:r>
          </a:p>
          <a:p>
            <a:r>
              <a:rPr lang="en-GB" dirty="0"/>
              <a:t>Jay: level and narrative design</a:t>
            </a:r>
          </a:p>
          <a:p>
            <a:r>
              <a:rPr lang="en-GB" dirty="0"/>
              <a:t>Selkie: gameplay, sound and narrative design</a:t>
            </a:r>
          </a:p>
        </p:txBody>
      </p:sp>
    </p:spTree>
    <p:extLst>
      <p:ext uri="{BB962C8B-B14F-4D97-AF65-F5344CB8AC3E}">
        <p14:creationId xmlns:p14="http://schemas.microsoft.com/office/powerpoint/2010/main" val="3984878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97EBA-90F1-2506-4A7A-DC96A1E33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B6DC16-787F-B371-2E9D-84E330ED4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481" y="1478396"/>
            <a:ext cx="3710355" cy="3445297"/>
          </a:xfrm>
        </p:spPr>
        <p:txBody>
          <a:bodyPr/>
          <a:lstStyle/>
          <a:p>
            <a:r>
              <a:rPr lang="en-US" dirty="0"/>
              <a:t>Engineers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E8B371-523C-AE61-96B7-1DEDFFFD27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9738C4A-B298-E3DB-B821-47EA4A6F80C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/>
              <a:t>Lead Engineer: Ingmar van </a:t>
            </a:r>
            <a:r>
              <a:rPr lang="en-GB" dirty="0" err="1"/>
              <a:t>Busschbach</a:t>
            </a:r>
            <a:endParaRPr lang="en-GB" dirty="0"/>
          </a:p>
          <a:p>
            <a:endParaRPr lang="en-GB" dirty="0"/>
          </a:p>
          <a:p>
            <a:r>
              <a:rPr lang="en-GB" dirty="0"/>
              <a:t>Responsibilities:</a:t>
            </a:r>
          </a:p>
          <a:p>
            <a:r>
              <a:rPr lang="en-GB" dirty="0"/>
              <a:t>Ingmar: source control, and technical and gameplay systems</a:t>
            </a:r>
          </a:p>
          <a:p>
            <a:r>
              <a:rPr lang="en-GB" dirty="0"/>
              <a:t>Evelien: gameplay, technical and AI systems</a:t>
            </a:r>
          </a:p>
        </p:txBody>
      </p:sp>
    </p:spTree>
    <p:extLst>
      <p:ext uri="{BB962C8B-B14F-4D97-AF65-F5344CB8AC3E}">
        <p14:creationId xmlns:p14="http://schemas.microsoft.com/office/powerpoint/2010/main" val="759529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56E2B-9F5F-7A50-4101-1188FD57F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0C93238-763C-B8D0-7453-32A6949F0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481" y="1478396"/>
            <a:ext cx="3710355" cy="3445297"/>
          </a:xfrm>
        </p:spPr>
        <p:txBody>
          <a:bodyPr/>
          <a:lstStyle/>
          <a:p>
            <a:r>
              <a:rPr lang="en-US" dirty="0"/>
              <a:t>Artists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ED40A9-AEC3-3BDC-5F0E-D493530675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533E41-2E9B-4E9D-BCBF-FBD954B6703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/>
              <a:t>Lead Artist: Branimir Nikolov</a:t>
            </a:r>
          </a:p>
          <a:p>
            <a:endParaRPr lang="en-GB" dirty="0"/>
          </a:p>
          <a:p>
            <a:r>
              <a:rPr lang="en-GB" dirty="0"/>
              <a:t>Responsibilities:</a:t>
            </a:r>
          </a:p>
          <a:p>
            <a:r>
              <a:rPr lang="en-GB" dirty="0"/>
              <a:t>Branimir: environmental art</a:t>
            </a:r>
          </a:p>
          <a:p>
            <a:r>
              <a:rPr lang="en-GB" dirty="0"/>
              <a:t>Eden: character art</a:t>
            </a:r>
          </a:p>
          <a:p>
            <a:r>
              <a:rPr lang="en-GB" dirty="0"/>
              <a:t>Dennis: weapon and environment art</a:t>
            </a:r>
          </a:p>
        </p:txBody>
      </p:sp>
    </p:spTree>
    <p:extLst>
      <p:ext uri="{BB962C8B-B14F-4D97-AF65-F5344CB8AC3E}">
        <p14:creationId xmlns:p14="http://schemas.microsoft.com/office/powerpoint/2010/main" val="1190497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214C0-B956-C2F7-330E-6EBBC9812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CCD8C9C-DFB1-3107-E9C7-48AC154F0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481" y="1478396"/>
            <a:ext cx="3710355" cy="3445297"/>
          </a:xfrm>
        </p:spPr>
        <p:txBody>
          <a:bodyPr/>
          <a:lstStyle/>
          <a:p>
            <a:r>
              <a:rPr lang="en-US" dirty="0"/>
              <a:t>Team rules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23E09D-1E60-28B4-F021-BE7307C13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Content Placeholder 5" descr="A close-up of a message&#10;&#10;AI-generated content may be incorrect.">
            <a:extLst>
              <a:ext uri="{FF2B5EF4-FFF2-40B4-BE49-F238E27FC236}">
                <a16:creationId xmlns:a16="http://schemas.microsoft.com/office/drawing/2014/main" id="{687476E9-04A7-0F4F-8EF0-DAFE03016B4C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4848036" y="842846"/>
            <a:ext cx="5535612" cy="2532312"/>
          </a:xfrm>
        </p:spPr>
      </p:pic>
      <p:pic>
        <p:nvPicPr>
          <p:cNvPr id="8" name="Picture 7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9717BD19-92EA-853B-1943-F1B0CFFA97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8036" y="3375158"/>
            <a:ext cx="5624685" cy="176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296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504103-6319-C1BA-994F-97D3A9F1A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481" y="1478396"/>
            <a:ext cx="3710355" cy="3445297"/>
          </a:xfrm>
        </p:spPr>
        <p:txBody>
          <a:bodyPr/>
          <a:lstStyle/>
          <a:p>
            <a:r>
              <a:rPr lang="en-US" dirty="0"/>
              <a:t>Trello Board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8EC4C49-854B-BE30-8FFA-F413B14CED30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4698836" y="1478396"/>
            <a:ext cx="6495025" cy="3215711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1DBFA3-4929-EF34-6EC0-62D2B68178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017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23AC8-393B-7C1A-0E82-0D91E5193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FCCD0E-8024-5EEF-4880-524E5CC8D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481" y="1478396"/>
            <a:ext cx="3710355" cy="3445297"/>
          </a:xfrm>
        </p:spPr>
        <p:txBody>
          <a:bodyPr/>
          <a:lstStyle/>
          <a:p>
            <a:r>
              <a:rPr lang="en-US" dirty="0" err="1"/>
              <a:t>Github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4E8E90-DC62-2769-2622-9481DAAA2B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B4A5A53-211F-67D6-F206-C097528FCA1E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4698835" y="1494876"/>
            <a:ext cx="6504683" cy="3532170"/>
          </a:xfrm>
        </p:spPr>
      </p:pic>
    </p:spTree>
    <p:extLst>
      <p:ext uri="{BB962C8B-B14F-4D97-AF65-F5344CB8AC3E}">
        <p14:creationId xmlns:p14="http://schemas.microsoft.com/office/powerpoint/2010/main" val="150849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37F92FBB-F1A6-DCA3-4B03-5EA99AE4B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Designers’ work</a:t>
            </a:r>
          </a:p>
        </p:txBody>
      </p:sp>
      <p:pic>
        <p:nvPicPr>
          <p:cNvPr id="24" name="Picture Placeholder 23" descr="Green lights in the sky">
            <a:extLst>
              <a:ext uri="{FF2B5EF4-FFF2-40B4-BE49-F238E27FC236}">
                <a16:creationId xmlns:a16="http://schemas.microsoft.com/office/drawing/2014/main" id="{61357E36-869D-B6D4-3E6E-ED43A227E59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37" b="37"/>
          <a:stretch/>
        </p:blipFill>
        <p:spPr/>
      </p:pic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43E47AC3-3E43-6A30-A709-127578992F3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(insert short summary of finished things)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BE44FC-E43E-3153-168E-0A84BD9E65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710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B829A-F533-64BA-FC28-73CAEE7CF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32690F-8503-4D04-F5C8-336A194BD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(Name)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574959-D8AE-5398-639A-5DCFCEBB58C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noProof="1"/>
              <a:t>(text)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517894-167F-52B4-CF5E-1651121E38D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noProof="1"/>
              <a:t>(include pictures. E.g. scripts, wireframes, project screenshots, etc.)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66920B-DFDC-0C28-E2E4-547DFD51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137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9EE5E-49A6-7C47-F2A7-593AAEC8F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C1558A3-98DF-0E70-E172-D392D0F5A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(Name)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F7DA0F-B273-B9E2-DEA8-318411A3B8A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noProof="1"/>
              <a:t>(text)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C90222A-F088-320F-98E9-AC03F711C3D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noProof="1"/>
              <a:t>(include pictures. E.g. scripts, wireframes, project screenshots, etc.)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F33BD3-5FD0-01DD-C8C0-146D031724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768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423FF-C5E4-3A05-EAEF-D0A3382E5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A8D110AE-CF51-7D13-360B-B07FF0E12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Engineers’ work</a:t>
            </a:r>
          </a:p>
        </p:txBody>
      </p:sp>
      <p:pic>
        <p:nvPicPr>
          <p:cNvPr id="24" name="Picture Placeholder 23" descr="Green lights in the sky">
            <a:extLst>
              <a:ext uri="{FF2B5EF4-FFF2-40B4-BE49-F238E27FC236}">
                <a16:creationId xmlns:a16="http://schemas.microsoft.com/office/drawing/2014/main" id="{B38A275C-5B67-45FD-C759-194E75C3A37A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37" b="37"/>
          <a:stretch/>
        </p:blipFill>
        <p:spPr/>
      </p:pic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FCBBD1F-7FED-D933-CD40-10468595A26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(insert short summary of finished things)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F439B2-ABB3-6E61-4004-8DE4C2BF8A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8996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0E410-E002-6CE8-05FF-86E271D55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8C184E0-1A5A-4303-4209-CEDAB2F12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(Name)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0E76B4-2ADB-F19C-93F9-9EE4DA58EDD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noProof="1"/>
              <a:t>(text)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8630549-0721-C8CF-05C8-2696AD366F8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noProof="1"/>
              <a:t>(include pictures. E.g. scripts, wireframes, project screenshots, etc.)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C51BFE-6D62-7E86-B06B-93576468CF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238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B7561-3D6C-DFAB-81AD-923452393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4494082-EAA0-16AB-6179-06B708232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(Name)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466C84-BFFE-1881-DF6C-A991F67EF1E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noProof="1"/>
              <a:t>(text)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980468-B1E5-038E-A920-FD8E566B17F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noProof="1"/>
              <a:t>(include pictures. E.g. scripts, wireframes, project screenshots, etc.)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F88477-08DE-3633-F834-7FA914581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508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F9025-9A90-5498-EBCF-224B213B5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ABB4539D-E0FB-AD29-4E40-00D3B59E0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Artists’ work</a:t>
            </a:r>
          </a:p>
        </p:txBody>
      </p:sp>
      <p:pic>
        <p:nvPicPr>
          <p:cNvPr id="24" name="Picture Placeholder 23" descr="Green lights in the sky">
            <a:extLst>
              <a:ext uri="{FF2B5EF4-FFF2-40B4-BE49-F238E27FC236}">
                <a16:creationId xmlns:a16="http://schemas.microsoft.com/office/drawing/2014/main" id="{C0615F07-F5B6-A7BE-B854-D6191339193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37" b="37"/>
          <a:stretch/>
        </p:blipFill>
        <p:spPr/>
      </p:pic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036F620B-1C0E-4A99-E80A-DD4313CBE29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Blockouts</a:t>
            </a:r>
            <a:r>
              <a:rPr lang="en-US" dirty="0"/>
              <a:t>, some final models and texturing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4F7179-59A8-60A2-23E2-E0E517DBEE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3577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465791-02C3-85CB-EC2D-AE1D097AD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(Name)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7CC286-7253-B31F-DFE6-802920A9FC6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noProof="1"/>
              <a:t>(text)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D75BC5-46CC-A36D-B72E-AE0A832FACB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noProof="1"/>
              <a:t>(include pictures. E.g. scripts, wireframes, project screenshots, etc.)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EF2AD9-EC94-1F3D-3B79-64938E47A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8648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6280B-BEEA-B5E0-5664-017AFB30B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FEEA30B-142F-715F-6958-8A3ABB5F2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(Name)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A92C6-6FFA-3E5D-EB09-75EFF64010A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noProof="1"/>
              <a:t>(text)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EAA5C3D-B466-51CE-628B-EFB88138C46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noProof="1"/>
              <a:t>(include pictures. E.g. scripts, wireframes, project screenshots, etc.)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E00BDC-B7C6-90BE-225F-08EC6C19A2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079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A75D3-42EB-3194-837B-D1F4EC41A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A928396-95AD-6898-2FD2-E0F5C5A6C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(Name)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BED8EC-CFC4-CD0C-BA1B-03503F07AB5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noProof="1"/>
              <a:t>(text)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E070C6-8205-1DCB-D7B0-ECB698DF4E3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noProof="1"/>
              <a:t>(include pictures. E.g. scripts, wireframes, project screenshots, etc.)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43D3ED-5F9A-421B-9450-2AE41E505B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680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99653-195C-7301-CEF3-C3D15DEFE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BF73736-E103-CDBE-8FDF-AB9B37DCE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 for sprint 2</a:t>
            </a:r>
          </a:p>
        </p:txBody>
      </p:sp>
      <p:pic>
        <p:nvPicPr>
          <p:cNvPr id="6" name="Picture Placeholder 4" descr="Green lights in the sky">
            <a:extLst>
              <a:ext uri="{FF2B5EF4-FFF2-40B4-BE49-F238E27FC236}">
                <a16:creationId xmlns:a16="http://schemas.microsoft.com/office/drawing/2014/main" id="{50281226-F8BF-5296-4DFC-FD241E55739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8995" r="28995"/>
          <a:stretch/>
        </p:blipFill>
        <p:spPr/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0B2AC-51FB-3FA0-6FE3-19925C4DED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0531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C50D5-61FB-11E7-EB1E-27FE76007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0DCDE62-E65A-527C-F5A7-3AA77DA0E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</a:t>
            </a:r>
            <a:r>
              <a:rPr lang="en-US"/>
              <a:t>title</a:t>
            </a:r>
            <a:r>
              <a:rPr lang="en-US" dirty="0"/>
              <a:t>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A5E6EE-CD48-32DB-C237-B8D04CCD3B2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noProof="1"/>
              <a:t>(To do’s)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CE4280-03E7-3C8B-3BA2-D34BA306DCB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noProof="1"/>
              <a:t>(extra text if needed)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770B2F-79E1-092A-59F3-A46D5E97D0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5425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EB851-7324-02D9-E549-7057A1022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D49EFF2-3419-010B-3ADE-A51C5EDCE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Rubric</a:t>
            </a:r>
          </a:p>
        </p:txBody>
      </p:sp>
      <p:pic>
        <p:nvPicPr>
          <p:cNvPr id="6" name="Picture Placeholder 4" descr="Green lights in the sky">
            <a:extLst>
              <a:ext uri="{FF2B5EF4-FFF2-40B4-BE49-F238E27FC236}">
                <a16:creationId xmlns:a16="http://schemas.microsoft.com/office/drawing/2014/main" id="{39E909EC-2359-7690-1AC3-0A0A668674B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8995" r="28995"/>
          <a:stretch/>
        </p:blipFill>
        <p:spPr/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7EC19-ECF6-CE70-0796-1C59473B9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3673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40151-F59F-056F-374C-B6B581DD5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70257CE-F32D-2026-B84D-D4DE6A30A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(Rubric)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D06A6-E5D0-B75E-CFF6-4ABC2FF8D63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noProof="1"/>
              <a:t>(To do’s)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F5D56B-D4F7-7AE4-DB24-1724CC15DAF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noProof="1"/>
              <a:t>(extra text if needed)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104733-F8D9-DFEF-D301-BFC82356F6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2248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C71D8FC-E122-CABE-6FCE-615B2C341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9666" y="980990"/>
            <a:ext cx="4602483" cy="4896019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80806097"/>
      </p:ext>
    </p:extLst>
  </p:cSld>
  <p:clrMapOvr>
    <a:masterClrMapping/>
  </p:clrMapOvr>
</p:sld>
</file>

<file path=ppt/theme/theme1.xml><?xml version="1.0" encoding="utf-8"?>
<a:theme xmlns:a="http://schemas.openxmlformats.org/drawingml/2006/main" name="ModOverlayVTI">
  <a:themeElements>
    <a:clrScheme name="Custom 50">
      <a:dk1>
        <a:sysClr val="windowText" lastClr="000000"/>
      </a:dk1>
      <a:lt1>
        <a:srgbClr val="F4F2EC"/>
      </a:lt1>
      <a:dk2>
        <a:srgbClr val="09283F"/>
      </a:dk2>
      <a:lt2>
        <a:srgbClr val="FFFFFF"/>
      </a:lt2>
      <a:accent1>
        <a:srgbClr val="3C9A8F"/>
      </a:accent1>
      <a:accent2>
        <a:srgbClr val="18818C"/>
      </a:accent2>
      <a:accent3>
        <a:srgbClr val="800A2F"/>
      </a:accent3>
      <a:accent4>
        <a:srgbClr val="F6635C"/>
      </a:accent4>
      <a:accent5>
        <a:srgbClr val="F48E7C"/>
      </a:accent5>
      <a:accent6>
        <a:srgbClr val="DA9D16"/>
      </a:accent6>
      <a:hlink>
        <a:srgbClr val="ED621D"/>
      </a:hlink>
      <a:folHlink>
        <a:srgbClr val="A18A6D"/>
      </a:folHlink>
    </a:clrScheme>
    <a:fontScheme name="Elephant Arial Nova Light">
      <a:majorFont>
        <a:latin typeface="Elephan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OverlayVTI" id="{85202D65-63D3-4793-A090-FA8DF18DC0BE}" vid="{91924FCD-E846-48AE-B233-F25A78D18B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8152ba7-263c-4fd1-a414-36b1aad8c46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1C196E758EBA47A3D935080B883DC6" ma:contentTypeVersion="5" ma:contentTypeDescription="Create a new document." ma:contentTypeScope="" ma:versionID="22ee9ddfc4887c85ba6166c0f72b3ab4">
  <xsd:schema xmlns:xsd="http://www.w3.org/2001/XMLSchema" xmlns:xs="http://www.w3.org/2001/XMLSchema" xmlns:p="http://schemas.microsoft.com/office/2006/metadata/properties" xmlns:ns3="a8152ba7-263c-4fd1-a414-36b1aad8c461" targetNamespace="http://schemas.microsoft.com/office/2006/metadata/properties" ma:root="true" ma:fieldsID="753b035b2d53eab27c31a4066cd33dba" ns3:_="">
    <xsd:import namespace="a8152ba7-263c-4fd1-a414-36b1aad8c46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152ba7-263c-4fd1-a414-36b1aad8c46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C5C2001-E626-4890-B405-22B5BD1CB0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0D7C3E5-1734-4636-9EC5-AEB06BF1FB20}">
  <ds:schemaRefs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a8152ba7-263c-4fd1-a414-36b1aad8c461"/>
    <ds:schemaRef ds:uri="http://www.w3.org/XML/1998/namespace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39F6AEA5-91CE-413A-B8EB-05A0FABD64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8152ba7-263c-4fd1-a414-36b1aad8c4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{172EDDBB-C2DF-487C-B542-236C8EBF9B5B}TFce6c19b5-b857-4146-b2d9-33ca01394bc5af92e1a2_win32-293333268dd9</Template>
  <TotalTime>31</TotalTime>
  <Words>384</Words>
  <Application>Microsoft Office PowerPoint</Application>
  <PresentationFormat>Widescreen</PresentationFormat>
  <Paragraphs>111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Arial Nova Light</vt:lpstr>
      <vt:lpstr>Calibri</vt:lpstr>
      <vt:lpstr>Elephant</vt:lpstr>
      <vt:lpstr>ModOverlayVTI</vt:lpstr>
      <vt:lpstr>Project Frontiers Sprint 1  By: Shrimp Council</vt:lpstr>
      <vt:lpstr>Team organization</vt:lpstr>
      <vt:lpstr>Roles of the team +responsibilities</vt:lpstr>
      <vt:lpstr>Designers</vt:lpstr>
      <vt:lpstr>Engineers</vt:lpstr>
      <vt:lpstr>Artists</vt:lpstr>
      <vt:lpstr>Team rules</vt:lpstr>
      <vt:lpstr>Trello Board</vt:lpstr>
      <vt:lpstr>Github</vt:lpstr>
      <vt:lpstr>Designers’ work</vt:lpstr>
      <vt:lpstr>(Name)</vt:lpstr>
      <vt:lpstr>(Name)</vt:lpstr>
      <vt:lpstr>Engineers’ work</vt:lpstr>
      <vt:lpstr>(Name)</vt:lpstr>
      <vt:lpstr>(Name)</vt:lpstr>
      <vt:lpstr>Artists’ work</vt:lpstr>
      <vt:lpstr>(Name)</vt:lpstr>
      <vt:lpstr>(Name)</vt:lpstr>
      <vt:lpstr>(Name)</vt:lpstr>
      <vt:lpstr>Planning for sprint 2</vt:lpstr>
      <vt:lpstr>(title)</vt:lpstr>
      <vt:lpstr>Rubric</vt:lpstr>
      <vt:lpstr>(Rubric)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Eden de Haan</dc:creator>
  <cp:lastModifiedBy>Eden de Haan</cp:lastModifiedBy>
  <cp:revision>2</cp:revision>
  <dcterms:created xsi:type="dcterms:W3CDTF">2026-01-15T14:36:31Z</dcterms:created>
  <dcterms:modified xsi:type="dcterms:W3CDTF">2026-01-15T15:07:42Z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0x010100DD1C196E758EBA47A3D935080B883DC6</vt:lpwstr>
  </property>
</Properties>
</file>